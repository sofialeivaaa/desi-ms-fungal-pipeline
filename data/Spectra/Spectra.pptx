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4892-ACD9-49E0-D8A0-CD734AB7B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7F1D2-B74C-A4CD-A400-13DE932DB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DED0B-E0D9-1480-7E4A-E1CBF209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2731C-7BEE-D5BE-4F0E-02EB1EFF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3A543-0AAF-8952-8721-8DA6C553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2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FC13-CE0F-2544-2789-AEEFD750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8740-E5DA-94C2-9EC7-08B8EA1B2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07E0-F75E-9F7B-0510-836787B8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BC93-0304-E3C5-5F89-3013B454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5473-9082-73FC-7FF5-39E7B4E6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F245-D4DE-4B2A-E435-7D600844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AFB5C-F9D1-227E-FD95-00A1C3F89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13F0B-E9F1-F36F-BAE4-A12B27AB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D965E-B8A1-E934-CCB2-F7EAF14D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98187-DD35-E93E-0F57-DAA025D1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9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1C9C-68CA-32D5-83C8-5571AB53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734B1-6C08-6259-16FB-E4F1CCEBD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A6E01-8FBA-82F5-4EEE-324627D94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0F058-B1E1-DB1B-A68F-EDE91833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9C7E8-4E34-17F5-0044-622787C9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43C99-57A3-124A-780F-FEC71AC8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8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FB9E-3C2C-6CC4-2B5C-65F94C19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421B1-D20E-3000-14EF-0A95F1362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88D1A-A5C6-10C4-C837-0D4D6F97A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E400A-6897-F446-1CBE-98F2AECB6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10F61-FDFF-7AE8-7164-BB50350E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4E58E-A5DE-97DE-ABAD-0847F092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21A11-9974-80F3-DC04-1C0D5073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05BAE-3AC0-7D6D-E898-487C1C13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8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229A-517A-EDEF-0F0C-543D0AEE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45D3B-B99F-5BB5-50CC-ECD3A473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51B12-2DFC-0AE2-0DEF-50D2219A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CB3A6-238F-872B-2426-33C5F089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3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B39AC-F574-0D42-6C6C-32A0C4EE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BDE70-367C-CF1C-1FA3-6B644054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006CA-4E74-CD89-BFCB-803470190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D46A-CD99-5073-536A-5221AE47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5AF31-AFC6-168A-6246-40AD13FC8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CD853-ECFE-3CB7-1E9C-9D9462D90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1B600-8EC0-43A8-C01E-CF47C1BF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0D24C-41EB-9AE4-293D-F7058965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D05EA-397C-7B79-4295-42170352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5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111F-1B19-6142-9542-F955C4707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F7BD9-DF17-325E-204B-E6411FC3F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3EB80-CCAC-8668-E9BD-498D7970C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DDCED-D84F-A1E9-FA50-49E27FB6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20D46-6FFA-65B8-9F0D-7F5EC935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9D238-F45A-0A9C-FB90-05A242BC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BC91-F2CC-5765-2194-B708C161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B477A-7567-F7C3-A00D-E32BFF010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AFBCD-C9AB-7198-0ACB-9755C99D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9F66-09F3-CEC9-CD21-B66BDADE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56497-9605-243B-733D-FC7F1D37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6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AB529-5154-26CA-431B-A68797360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22E97-A08C-4A33-A210-057890EC8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BDF02-55D3-2B7A-23F0-0B666E92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9804-58AC-2CF2-71D0-A52BB235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D3CC5-A69F-18DD-AEEA-9EDB5AC2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5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B201D-6AFE-F473-680E-0F3765A1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5DFF2-72D1-FC36-AA98-766EE1408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8967D-0A12-7282-1B83-4BF3CAF55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DCC4A-2160-4508-AB43-C793EF3CB3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80216-4259-239E-9435-2FDF64142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9DA1E-98B5-6EC2-BDA1-B04FEA3AA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9ED18-1A83-47D4-AD0E-F9E57DBB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2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77B6E3-E7EA-81F1-71C1-D2BED1B1F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4966"/>
            <a:ext cx="12192000" cy="52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71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11472-E6DD-458A-767A-965EE20E0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966"/>
            <a:ext cx="12192000" cy="52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64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Mauricio Morato Gutierrez</dc:creator>
  <cp:lastModifiedBy>Nicolas Mauricio Morato Gutierrez</cp:lastModifiedBy>
  <cp:revision>1</cp:revision>
  <dcterms:created xsi:type="dcterms:W3CDTF">2026-07-28T19:00:26Z</dcterms:created>
  <dcterms:modified xsi:type="dcterms:W3CDTF">2026-07-28T19:09:51Z</dcterms:modified>
</cp:coreProperties>
</file>